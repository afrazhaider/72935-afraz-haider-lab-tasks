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72" r:id="rId8"/>
    <p:sldId id="260" r:id="rId9"/>
    <p:sldId id="261" r:id="rId10"/>
    <p:sldId id="262" r:id="rId11"/>
    <p:sldId id="274" r:id="rId12"/>
    <p:sldId id="264" r:id="rId13"/>
    <p:sldId id="265" r:id="rId14"/>
    <p:sldId id="268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13473-24F8-438F-B96F-8D71CEEACE9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35C57-DFBA-4579-8D0F-60A380EB68C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03593-7E3C-4E33-B04D-A304F6C717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25410-07EE-4B25-9BDA-E63C9C9625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-59016" y="-5415987"/>
            <a:ext cx="12310032" cy="8012711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6" name="Google Shape;76;p12"/>
          <p:cNvCxnSpPr/>
          <p:nvPr/>
        </p:nvCxnSpPr>
        <p:spPr>
          <a:xfrm>
            <a:off x="685800" y="5863021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2"/>
          <p:cNvSpPr txBox="1"/>
          <p:nvPr/>
        </p:nvSpPr>
        <p:spPr>
          <a:xfrm>
            <a:off x="647700" y="3089518"/>
            <a:ext cx="10985500" cy="256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altLang="en-US" sz="8335" spc="-15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Laptop Accessory Store</a:t>
            </a:r>
            <a:endParaRPr lang="en-GB" altLang="en-US" sz="8335" spc="-15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685800" y="6005196"/>
            <a:ext cx="3611800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Afraz Haider</a:t>
            </a:r>
            <a:r>
              <a:rPr lang="en-GB" altLang="en-US" sz="2000" dirty="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 72935</a:t>
            </a:r>
            <a:endParaRPr lang="en-GB" altLang="en-US" sz="2000" dirty="0">
              <a:solidFill>
                <a:srgbClr val="88888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7450729" y="5975350"/>
            <a:ext cx="4055400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GB" altLang="en-US" sz="2000" dirty="0">
                <a:solidFill>
                  <a:srgbClr val="888888"/>
                </a:solidFill>
                <a:latin typeface="Inter"/>
                <a:ea typeface="Inter"/>
                <a:sym typeface="Inter"/>
              </a:rPr>
              <a:t>Programming Fundamentals</a:t>
            </a:r>
            <a:endParaRPr lang="en-GB" altLang="en-US" sz="2000" dirty="0">
              <a:solidFill>
                <a:srgbClr val="888888"/>
              </a:solidFill>
              <a:latin typeface="Inter"/>
              <a:ea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84;p13"/>
          <p:cNvSpPr/>
          <p:nvPr/>
        </p:nvSpPr>
        <p:spPr>
          <a:xfrm rot="16200000">
            <a:off x="6616701" y="1282700"/>
            <a:ext cx="6857999" cy="4292597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Google Shape;100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372850" y="876299"/>
            <a:ext cx="3345700" cy="5105398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87287" y="121186"/>
            <a:ext cx="3613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Algerian" panose="04020705040A02060702" pitchFamily="82" charset="0"/>
              </a:rPr>
              <a:t>CONTENTS</a:t>
            </a:r>
            <a:endParaRPr lang="en-US" sz="5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87325" y="2195830"/>
            <a:ext cx="5908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01: Admin panel</a:t>
            </a:r>
            <a:endParaRPr lang="en-GB" altLang="en-US" sz="3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314325" y="3106420"/>
            <a:ext cx="5908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02: user panel</a:t>
            </a:r>
            <a:endParaRPr lang="en-GB" altLang="en-US" sz="3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0135" y="495760"/>
            <a:ext cx="5849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latin typeface="HP Simplified Jpan" panose="020B0500000000000000" pitchFamily="34" charset="-128"/>
                <a:ea typeface="HP Simplified Jpan" panose="020B0500000000000000" pitchFamily="34" charset="-128"/>
              </a:rPr>
              <a:t>Introduction</a:t>
            </a:r>
            <a:endParaRPr lang="en-US" sz="4800" dirty="0">
              <a:latin typeface="HP Simplified Jpan" panose="020B0500000000000000" pitchFamily="34" charset="-128"/>
              <a:ea typeface="HP Simplified Jpan" panose="020B05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60135" y="2291494"/>
            <a:ext cx="7370284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800" dirty="0"/>
              <a:t>My Project is a Laptop Accessory Store Management System in C++. It allows users to vieew and buy products, while admin can modify catalog, add or remove products and view the invoices.</a:t>
            </a:r>
            <a:endParaRPr lang="en-GB" altLang="en-US" sz="2800" dirty="0"/>
          </a:p>
        </p:txBody>
      </p:sp>
      <p:sp>
        <p:nvSpPr>
          <p:cNvPr id="4" name="Google Shape;84;p13"/>
          <p:cNvSpPr/>
          <p:nvPr/>
        </p:nvSpPr>
        <p:spPr>
          <a:xfrm rot="16200000">
            <a:off x="-1282701" y="1282702"/>
            <a:ext cx="6857999" cy="4292597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1850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20436" y="672957"/>
            <a:ext cx="2751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Key Features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Google Shape;192;p21"/>
          <p:cNvSpPr/>
          <p:nvPr/>
        </p:nvSpPr>
        <p:spPr>
          <a:xfrm>
            <a:off x="1703288" y="2291461"/>
            <a:ext cx="1173476" cy="113753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lnTo>
                  <a:pt x="535715" y="277085"/>
                </a:lnTo>
                <a:lnTo>
                  <a:pt x="812800" y="406400"/>
                </a:lnTo>
                <a:lnTo>
                  <a:pt x="535715" y="535715"/>
                </a:lnTo>
                <a:lnTo>
                  <a:pt x="406400" y="812800"/>
                </a:lnTo>
                <a:lnTo>
                  <a:pt x="277085" y="535715"/>
                </a:lnTo>
                <a:lnTo>
                  <a:pt x="0" y="406400"/>
                </a:lnTo>
                <a:lnTo>
                  <a:pt x="277085" y="277085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oogle Shape;197;p21"/>
          <p:cNvGrpSpPr/>
          <p:nvPr/>
        </p:nvGrpSpPr>
        <p:grpSpPr>
          <a:xfrm>
            <a:off x="5577662" y="2298483"/>
            <a:ext cx="1036675" cy="1137538"/>
            <a:chOff x="0" y="0"/>
            <a:chExt cx="812800" cy="812800"/>
          </a:xfrm>
        </p:grpSpPr>
        <p:sp>
          <p:nvSpPr>
            <p:cNvPr id="10" name="Google Shape;198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812800"/>
                  </a:lnTo>
                  <a:lnTo>
                    <a:pt x="0" y="812800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Google Shape;199;p21"/>
            <p:cNvSpPr txBox="1"/>
            <p:nvPr/>
          </p:nvSpPr>
          <p:spPr>
            <a:xfrm>
              <a:off x="127000" y="329746"/>
              <a:ext cx="558800" cy="424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" name="Google Shape;194;p21"/>
          <p:cNvGrpSpPr/>
          <p:nvPr/>
        </p:nvGrpSpPr>
        <p:grpSpPr>
          <a:xfrm>
            <a:off x="9312645" y="2298483"/>
            <a:ext cx="1176067" cy="1122216"/>
            <a:chOff x="0" y="0"/>
            <a:chExt cx="812800" cy="774700"/>
          </a:xfrm>
        </p:grpSpPr>
        <p:sp>
          <p:nvSpPr>
            <p:cNvPr id="16" name="Google Shape;195;p21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 extrusionOk="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Google Shape;196;p21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" name="Google Shape;200;p21"/>
          <p:cNvSpPr txBox="1"/>
          <p:nvPr/>
        </p:nvSpPr>
        <p:spPr>
          <a:xfrm>
            <a:off x="452755" y="3822065"/>
            <a:ext cx="403161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320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  <a:t>Admin Panel</a:t>
            </a:r>
            <a:br>
              <a:rPr lang="en-GB" altLang="en-US" sz="320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</a:br>
            <a:r>
              <a:rPr lang="en-GB" altLang="en-US" sz="320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  <a:t>(Password Protected)</a:t>
            </a:r>
            <a:endParaRPr lang="en-GB" altLang="en-US" sz="3200" dirty="0">
              <a:solidFill>
                <a:srgbClr val="FFFFFF"/>
              </a:solidFill>
              <a:latin typeface="Goudy Old Style" panose="02020502050305020303" pitchFamily="18" charset="0"/>
              <a:ea typeface="Inter"/>
              <a:sym typeface="Inter"/>
            </a:endParaRPr>
          </a:p>
        </p:txBody>
      </p:sp>
      <p:sp>
        <p:nvSpPr>
          <p:cNvPr id="19" name="Google Shape;200;p21"/>
          <p:cNvSpPr txBox="1"/>
          <p:nvPr/>
        </p:nvSpPr>
        <p:spPr>
          <a:xfrm>
            <a:off x="4609871" y="3897510"/>
            <a:ext cx="29928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  <a:t>User </a:t>
            </a:r>
            <a:r>
              <a:rPr lang="en-GB" altLang="en-US" sz="320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  <a:t>Panel</a:t>
            </a:r>
            <a:endParaRPr lang="en-GB" altLang="en-US" sz="3200" dirty="0">
              <a:solidFill>
                <a:srgbClr val="FFFFFF"/>
              </a:solidFill>
              <a:latin typeface="Goudy Old Style" panose="02020502050305020303" pitchFamily="18" charset="0"/>
              <a:ea typeface="Inter"/>
              <a:sym typeface="Inter"/>
            </a:endParaRPr>
          </a:p>
        </p:txBody>
      </p:sp>
      <p:sp>
        <p:nvSpPr>
          <p:cNvPr id="28" name="Google Shape;200;p21"/>
          <p:cNvSpPr txBox="1"/>
          <p:nvPr/>
        </p:nvSpPr>
        <p:spPr>
          <a:xfrm>
            <a:off x="7886951" y="3928287"/>
            <a:ext cx="4027453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2800" spc="-150" dirty="0">
                <a:solidFill>
                  <a:srgbClr val="FFFFFF"/>
                </a:solidFill>
                <a:latin typeface="Goudy Old Style" panose="02020502050305020303" pitchFamily="18" charset="0"/>
                <a:ea typeface="Inter"/>
                <a:sym typeface="Inter"/>
              </a:rPr>
              <a:t>Easy to use interface</a:t>
            </a:r>
            <a:endParaRPr sz="1600" spc="-150" dirty="0">
              <a:latin typeface="Goudy Old Style" panose="020205020503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7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25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5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18" grpId="0"/>
      <p:bldP spid="19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0881" y="304225"/>
            <a:ext cx="7251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HP Simplified Jpan" panose="020B0500000000000000" pitchFamily="34" charset="-128"/>
                <a:ea typeface="HP Simplified Jpan" panose="020B0500000000000000" pitchFamily="34" charset="-128"/>
              </a:rPr>
              <a:t>First Look</a:t>
            </a:r>
            <a:endParaRPr lang="en-US" sz="3200" dirty="0">
              <a:latin typeface="HP Simplified Jpan" panose="020B0500000000000000" pitchFamily="34" charset="-128"/>
              <a:ea typeface="HP Simplified Jpan" panose="020B0500000000000000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" y="1261110"/>
            <a:ext cx="9489440" cy="4335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84197" y="769458"/>
            <a:ext cx="1102360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spc="-150" dirty="0">
                <a:latin typeface="Cascadia Code" panose="020B0609020000020004" pitchFamily="49" charset="0"/>
                <a:cs typeface="Cascadia Code" panose="020B0609020000020004" pitchFamily="49" charset="0"/>
              </a:rPr>
              <a:t>On the first Glimpse, We can see that the program shows:</a:t>
            </a:r>
            <a:endParaRPr lang="en-GB" sz="2800" spc="-15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800" spc="-15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4197" y="1723565"/>
            <a:ext cx="11023601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We see the program ask which panel to use.</a:t>
            </a:r>
            <a:endParaRPr lang="en-GB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Either you choose the admin or the user panel.</a:t>
            </a:r>
            <a:endParaRPr lang="en-GB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we enter 1 for admin and 2 for user, and 3 to exit the program.</a:t>
            </a:r>
            <a:endParaRPr lang="en-GB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700" y="304799"/>
            <a:ext cx="5461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opperplate Gothic Bold" panose="020E0705020206020404" pitchFamily="34" charset="0"/>
                <a:cs typeface="Cascadia Code" panose="020B0609020000020004" pitchFamily="49" charset="0"/>
              </a:rPr>
              <a:t>Admin Panel</a:t>
            </a:r>
            <a:endParaRPr lang="en-US" sz="3200" dirty="0">
              <a:latin typeface="Copperplate Gothic Bold" panose="020E0705020206020404" pitchFamily="34" charset="0"/>
              <a:cs typeface="Cascadia Code" panose="020B06090200000200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30" y="888365"/>
            <a:ext cx="6047740" cy="53378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95" y="1737360"/>
            <a:ext cx="11485245" cy="33832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4000" y="145893"/>
            <a:ext cx="5461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opperplate Gothic Bold" panose="020E0705020206020404" pitchFamily="34" charset="0"/>
                <a:cs typeface="Cascadia Code" panose="020B0609020000020004" pitchFamily="49" charset="0"/>
              </a:rPr>
              <a:t>User Panel:</a:t>
            </a:r>
            <a:endParaRPr lang="en-US" sz="3200" dirty="0">
              <a:latin typeface="Copperplate Gothic Bold" panose="020E0705020206020404" pitchFamily="34" charset="0"/>
              <a:cs typeface="Cascadia Code" panose="020B06090200000200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40" y="795655"/>
            <a:ext cx="7538720" cy="56013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6"/>
          <p:cNvSpPr/>
          <p:nvPr/>
        </p:nvSpPr>
        <p:spPr>
          <a:xfrm rot="5400000">
            <a:off x="2666999" y="-2666999"/>
            <a:ext cx="6857999" cy="121919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95" y="927735"/>
            <a:ext cx="9402445" cy="500189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4"/>
          <p:cNvGrpSpPr/>
          <p:nvPr/>
        </p:nvGrpSpPr>
        <p:grpSpPr>
          <a:xfrm>
            <a:off x="8194655" y="-127000"/>
            <a:ext cx="3997345" cy="6985000"/>
            <a:chOff x="0" y="-47625"/>
            <a:chExt cx="1596948" cy="2808680"/>
          </a:xfrm>
        </p:grpSpPr>
        <p:sp>
          <p:nvSpPr>
            <p:cNvPr id="233" name="Google Shape;233;p24"/>
            <p:cNvSpPr/>
            <p:nvPr/>
          </p:nvSpPr>
          <p:spPr>
            <a:xfrm>
              <a:off x="0" y="0"/>
              <a:ext cx="1596948" cy="2761055"/>
            </a:xfrm>
            <a:custGeom>
              <a:avLst/>
              <a:gdLst/>
              <a:ahLst/>
              <a:cxnLst/>
              <a:rect l="l" t="t" r="r" b="b"/>
              <a:pathLst>
                <a:path w="1596948" h="2761055" extrusionOk="0">
                  <a:moveTo>
                    <a:pt x="0" y="0"/>
                  </a:moveTo>
                  <a:lnTo>
                    <a:pt x="1596948" y="0"/>
                  </a:lnTo>
                  <a:lnTo>
                    <a:pt x="1596948" y="2761055"/>
                  </a:lnTo>
                  <a:lnTo>
                    <a:pt x="0" y="27610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0" y="-47625"/>
              <a:ext cx="1596948" cy="2808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7000"/>
                </a:lnSpc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37" name="Google Shape;237;p24"/>
          <p:cNvGrpSpPr/>
          <p:nvPr>
            <p:custDataLst>
              <p:tags r:id="rId1"/>
            </p:custDataLst>
          </p:nvPr>
        </p:nvGrpSpPr>
        <p:grpSpPr>
          <a:xfrm>
            <a:off x="685800" y="3091989"/>
            <a:ext cx="687917" cy="589307"/>
            <a:chOff x="0" y="0"/>
            <a:chExt cx="948807" cy="812800"/>
          </a:xfrm>
        </p:grpSpPr>
        <p:sp>
          <p:nvSpPr>
            <p:cNvPr id="238" name="Google Shape;238;p2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948807" cy="812800"/>
            </a:xfrm>
            <a:custGeom>
              <a:avLst/>
              <a:gdLst/>
              <a:ahLst/>
              <a:cxnLst/>
              <a:rect l="l" t="t" r="r" b="b"/>
              <a:pathLst>
                <a:path w="948807" h="812800" extrusionOk="0">
                  <a:moveTo>
                    <a:pt x="948807" y="406400"/>
                  </a:moveTo>
                  <a:lnTo>
                    <a:pt x="542407" y="0"/>
                  </a:lnTo>
                  <a:lnTo>
                    <a:pt x="5424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42407" y="609600"/>
                  </a:lnTo>
                  <a:lnTo>
                    <a:pt x="542407" y="812800"/>
                  </a:lnTo>
                  <a:lnTo>
                    <a:pt x="948807" y="40640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B7D0DD"/>
                </a:gs>
                <a:gs pos="100000">
                  <a:srgbClr val="FBFFE7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Google Shape;239;p24"/>
            <p:cNvSpPr txBox="1"/>
            <p:nvPr/>
          </p:nvSpPr>
          <p:spPr>
            <a:xfrm>
              <a:off x="0" y="155575"/>
              <a:ext cx="847207" cy="45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7000"/>
                </a:lnSpc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40" name="Google Shape;240;p24"/>
          <p:cNvSpPr txBox="1"/>
          <p:nvPr>
            <p:custDataLst>
              <p:tags r:id="rId3"/>
            </p:custDataLst>
          </p:nvPr>
        </p:nvSpPr>
        <p:spPr>
          <a:xfrm>
            <a:off x="1502410" y="3030855"/>
            <a:ext cx="2616200" cy="39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GB" altLang="en-US" sz="2135" dirty="0">
                <a:solidFill>
                  <a:srgbClr val="000000"/>
                </a:solidFill>
                <a:latin typeface="Inter"/>
                <a:ea typeface="Inter"/>
                <a:sym typeface="Inter"/>
              </a:rPr>
              <a:t>Admin Panel</a:t>
            </a:r>
            <a:endParaRPr lang="en-GB" altLang="en-US" sz="2135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241" name="Google Shape;241;p24"/>
          <p:cNvSpPr txBox="1"/>
          <p:nvPr>
            <p:custDataLst>
              <p:tags r:id="rId4"/>
            </p:custDataLst>
          </p:nvPr>
        </p:nvSpPr>
        <p:spPr>
          <a:xfrm>
            <a:off x="1502549" y="3483697"/>
            <a:ext cx="5091643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GB" altLang="en-U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Admin can modify catalog and change values</a:t>
            </a:r>
            <a:r>
              <a:rPr lang="en-U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/>
          </a:p>
        </p:txBody>
      </p:sp>
      <p:sp>
        <p:nvSpPr>
          <p:cNvPr id="242" name="Google Shape;242;p24"/>
          <p:cNvSpPr txBox="1"/>
          <p:nvPr>
            <p:custDataLst>
              <p:tags r:id="rId5"/>
            </p:custDataLst>
          </p:nvPr>
        </p:nvSpPr>
        <p:spPr>
          <a:xfrm>
            <a:off x="1502550" y="4295300"/>
            <a:ext cx="2844729" cy="39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35" dirty="0">
                <a:solidFill>
                  <a:srgbClr val="000000"/>
                </a:solidFill>
                <a:latin typeface="Inter"/>
                <a:ea typeface="Inter"/>
                <a:sym typeface="Inter"/>
              </a:rPr>
              <a:t>User </a:t>
            </a:r>
            <a:r>
              <a:rPr lang="en-GB" altLang="en-US" sz="2135" dirty="0">
                <a:solidFill>
                  <a:srgbClr val="000000"/>
                </a:solidFill>
                <a:latin typeface="Inter"/>
                <a:ea typeface="Inter"/>
                <a:sym typeface="Inter"/>
              </a:rPr>
              <a:t>Panel</a:t>
            </a:r>
            <a:endParaRPr lang="en-GB" altLang="en-US" sz="2135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243" name="Google Shape;243;p24"/>
          <p:cNvSpPr txBox="1"/>
          <p:nvPr>
            <p:custDataLst>
              <p:tags r:id="rId6"/>
            </p:custDataLst>
          </p:nvPr>
        </p:nvSpPr>
        <p:spPr>
          <a:xfrm>
            <a:off x="1502410" y="4745990"/>
            <a:ext cx="5556885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GB" altLang="en-U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Users can view catalog and buy items to checkout.</a:t>
            </a:r>
            <a:endParaRPr lang="en-GB" altLang="en-US"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685800" y="679450"/>
            <a:ext cx="3808247" cy="16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33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Summary of Key Features</a:t>
            </a:r>
            <a:endParaRPr sz="1200" dirty="0"/>
          </a:p>
        </p:txBody>
      </p:sp>
      <p:grpSp>
        <p:nvGrpSpPr>
          <p:cNvPr id="247" name="Google Shape;247;p24"/>
          <p:cNvGrpSpPr/>
          <p:nvPr>
            <p:custDataLst>
              <p:tags r:id="rId7"/>
            </p:custDataLst>
          </p:nvPr>
        </p:nvGrpSpPr>
        <p:grpSpPr>
          <a:xfrm>
            <a:off x="685800" y="4364502"/>
            <a:ext cx="687917" cy="589307"/>
            <a:chOff x="0" y="0"/>
            <a:chExt cx="948807" cy="812800"/>
          </a:xfrm>
        </p:grpSpPr>
        <p:sp>
          <p:nvSpPr>
            <p:cNvPr id="248" name="Google Shape;248;p24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48807" cy="812800"/>
            </a:xfrm>
            <a:custGeom>
              <a:avLst/>
              <a:gdLst/>
              <a:ahLst/>
              <a:cxnLst/>
              <a:rect l="l" t="t" r="r" b="b"/>
              <a:pathLst>
                <a:path w="948807" h="812800" extrusionOk="0">
                  <a:moveTo>
                    <a:pt x="948807" y="406400"/>
                  </a:moveTo>
                  <a:lnTo>
                    <a:pt x="542407" y="0"/>
                  </a:lnTo>
                  <a:lnTo>
                    <a:pt x="5424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42407" y="609600"/>
                  </a:lnTo>
                  <a:lnTo>
                    <a:pt x="542407" y="812800"/>
                  </a:lnTo>
                  <a:lnTo>
                    <a:pt x="948807" y="40640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B7D0DD"/>
                </a:gs>
                <a:gs pos="100000">
                  <a:srgbClr val="FBFFE7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Google Shape;249;p24"/>
            <p:cNvSpPr txBox="1"/>
            <p:nvPr/>
          </p:nvSpPr>
          <p:spPr>
            <a:xfrm>
              <a:off x="0" y="155575"/>
              <a:ext cx="847207" cy="45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7000"/>
                </a:lnSpc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076" name="Picture 4" descr="student with computer studying at school Stock Photo - Alamy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6" t="1793" r="21415" b="4322"/>
          <a:stretch>
            <a:fillRect/>
          </a:stretch>
        </p:blipFill>
        <p:spPr bwMode="auto">
          <a:xfrm>
            <a:off x="8293740" y="1417342"/>
            <a:ext cx="3753045" cy="382045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6" name="Google Shape;236;p24"/>
          <p:cNvSpPr/>
          <p:nvPr/>
        </p:nvSpPr>
        <p:spPr>
          <a:xfrm rot="5400000">
            <a:off x="9344390" y="4223760"/>
            <a:ext cx="1770901" cy="3497580"/>
          </a:xfrm>
          <a:custGeom>
            <a:avLst/>
            <a:gdLst/>
            <a:ahLst/>
            <a:cxnLst/>
            <a:rect l="l" t="t" r="r" b="b"/>
            <a:pathLst>
              <a:path w="2756754" h="5444670" extrusionOk="0">
                <a:moveTo>
                  <a:pt x="2756754" y="0"/>
                </a:moveTo>
                <a:lnTo>
                  <a:pt x="2756754" y="5444670"/>
                </a:lnTo>
                <a:cubicBezTo>
                  <a:pt x="1234243" y="5444670"/>
                  <a:pt x="0" y="4225837"/>
                  <a:pt x="0" y="2722335"/>
                </a:cubicBezTo>
                <a:cubicBezTo>
                  <a:pt x="0" y="1218833"/>
                  <a:pt x="1234243" y="0"/>
                  <a:pt x="2756754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B7D0DD"/>
              </a:gs>
              <a:gs pos="100000">
                <a:srgbClr val="FBFFE7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sp>
        <p:nvSpPr>
          <p:cNvPr id="235" name="Google Shape;235;p24"/>
          <p:cNvSpPr/>
          <p:nvPr/>
        </p:nvSpPr>
        <p:spPr>
          <a:xfrm rot="-5400000">
            <a:off x="9445820" y="-964771"/>
            <a:ext cx="1568041" cy="3497580"/>
          </a:xfrm>
          <a:custGeom>
            <a:avLst/>
            <a:gdLst/>
            <a:ahLst/>
            <a:cxnLst/>
            <a:rect l="l" t="t" r="r" b="b"/>
            <a:pathLst>
              <a:path w="2756754" h="5444670" extrusionOk="0">
                <a:moveTo>
                  <a:pt x="2756754" y="0"/>
                </a:moveTo>
                <a:lnTo>
                  <a:pt x="2756754" y="5444670"/>
                </a:lnTo>
                <a:cubicBezTo>
                  <a:pt x="1234243" y="5444670"/>
                  <a:pt x="0" y="4225837"/>
                  <a:pt x="0" y="2722335"/>
                </a:cubicBezTo>
                <a:cubicBezTo>
                  <a:pt x="0" y="1218833"/>
                  <a:pt x="1234243" y="0"/>
                  <a:pt x="2756754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B7D0DD"/>
              </a:gs>
              <a:gs pos="100000">
                <a:srgbClr val="FBFFE7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47991" y="0"/>
            <a:ext cx="964400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69449" y="2505670"/>
            <a:ext cx="3601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Agency FB" panose="020B0503020202020204" pitchFamily="34" charset="0"/>
              </a:rPr>
              <a:t>Any Questions?</a:t>
            </a:r>
            <a:endParaRPr lang="en-US" sz="5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5696449" y="770850"/>
            <a:ext cx="360109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Agency FB" panose="020B0503020202020204" pitchFamily="34" charset="0"/>
              </a:rPr>
              <a:t>Thank You!</a:t>
            </a:r>
            <a:endParaRPr lang="en-US" sz="5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2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3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4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5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6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7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ags/tag8.xml><?xml version="1.0" encoding="utf-8"?>
<p:tagLst xmlns:p="http://schemas.openxmlformats.org/presentationml/2006/main">
  <p:tag name="KSO_WM_DIAGRAM_VIRTUALLY_FRAME" val="{&quot;height&quot;:295.38968503937,&quot;left&quot;:54,&quot;top&quot;:203.65,&quot;width&quot;:501.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WPS Presentation</Application>
  <PresentationFormat>Widescreen</PresentationFormat>
  <Paragraphs>51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Raleway</vt:lpstr>
      <vt:lpstr>Segoe Print</vt:lpstr>
      <vt:lpstr>Inter</vt:lpstr>
      <vt:lpstr>Algerian</vt:lpstr>
      <vt:lpstr>Cascadia Code</vt:lpstr>
      <vt:lpstr>HP Simplified Jpan</vt:lpstr>
      <vt:lpstr>Yu Gothic UI</vt:lpstr>
      <vt:lpstr>Calibri</vt:lpstr>
      <vt:lpstr>Goudy Old Style</vt:lpstr>
      <vt:lpstr>Copperplate Gothic Bold</vt:lpstr>
      <vt:lpstr>Bahnschrift SemiBold Condensed</vt:lpstr>
      <vt:lpstr>Agency FB</vt:lpstr>
      <vt:lpstr>Microsoft YaHei</vt:lpstr>
      <vt:lpstr>Arial Unicode MS</vt:lpstr>
      <vt:lpstr>Calibri Light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Afraz Haider</dc:creator>
  <cp:lastModifiedBy>Afraz</cp:lastModifiedBy>
  <cp:revision>77</cp:revision>
  <dcterms:created xsi:type="dcterms:W3CDTF">2025-12-27T15:20:00Z</dcterms:created>
  <dcterms:modified xsi:type="dcterms:W3CDTF">2025-12-30T18:03:17Z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4D5EF4577F7F4D0EA344138831406E99_13</vt:lpwstr>
  </property>
  <property fmtid="{D5CDD505-2E9C-101B-9397-08002B2CF9AE}" pid="3" name="KSOProductBuildVer">
    <vt:lpwstr>2057-12.2.0.23196</vt:lpwstr>
  </property>
</Properties>
</file>